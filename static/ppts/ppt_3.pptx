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函数与极限 -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高等数学</a:t>
            </a:r>
          </a:p>
          <a:p/>
          <a:p>
            <a:r>
              <a:t>由智能体学习平台生成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目录页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 函数的概念与性质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 数列极限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 函数极限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 连续性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5. 本章总结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1. 函数的概念与性质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1.1 函数的定义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定义：设数集 D ⊆ R ，对每个 x ∈ D ，存在唯一实数 y 与之对应，记为 y = f(x) ， D 为定义域，对应值域为 f(D)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函数的三要素：定义域、对应法则、值域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1.2 函数的表示法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解析法：用数学表达式表示函数关系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表格法：通过表格列出自变量与因变量的对应值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图像法：用平面直角坐标系中的曲线表示函数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1.3 函数的基本性质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单调性：单调递增（ x_1 &lt; x_2 ⇒ f(x_1) &lt; f(x_2) ）、单调递减（ x_1 &lt; x_2 ⇒ f(x_1) &gt; f(x_2) 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奇偶性：奇函数（ f(-x) = -f(x) ，图像关于原点对称）、偶函数（ f(-x) = f(x) ，图像关于y轴对称）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周期性：存在非零常数 T ，使得 f(x+T) = f(x) ， T 为周期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有界性：存在常数 M ，使得 |f(x)| ≤ M 对定义域内所有 x 成立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2. 数列极限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2.1 数列极限的定义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直观定义：当项数 n 无限增大时，数列 _n\ 的项无限趋近于某个常数 A ，则 A 为数列极限，记为 _n → ∞ x_n = A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严格定义（ε-N定义）：对任意 &gt; 0 ，存在正整数 N ，当 n &gt; N 时， |x_n - A| &lt;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2.2 数列极限的性质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唯一性：数列的极限若存在，必唯一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有界性：收敛数列必有界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保号性：若 _n → ∞ x_n = A &gt; 0 （或 A &lt; 0 ），则存在正整数 N ，当 n &gt; N 时， x_n &gt; 0 （或 x_n &lt; 0 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2.3 数列极限的计算方法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直接代入法：适用于简单数列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夹逼准则：若 y_n ≤ x_n ≤ z_n ，且 _n → ∞ y_n = _n → ∞ z_n = A ，则 _n → ∞ x_n = A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单调有界准则：单调递增有上界或单调递减有下界的数列必收敛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3. 函数极限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3.1 函数极限的定义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x → x_0 时的极限：当 x 无限趋近于 x_0 （ x ≠ x_0 ）时， f(x) 无限趋近于常数 A ，记为 _x → x_0 f(x) = A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严格定义（ε-δ定义）：对任意 &gt; 0 ，存在 δ &gt; 0 ，当 0 &lt; |x - x_0| &lt; δ 时， |f(x) - A| &lt;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x → ∞ 时的极限：当 x 无限增大时， f(x) 无限趋近于常数 A ，记为 _x → ∞ f(x) = A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严格定义：对任意 &gt; 0 ，存在 X &gt; 0 ，当 |x| &gt; X 时， |f(x) - A| &lt;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3.2 函数极限的性质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唯一性：函数极限若存在，必唯一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局部有界性：若 _x → x_0 f(x) = A ，则在 x_0 的某去心邻域内， f(x) 有界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局部保号性：若 _x → x_0 f(x) = A &gt; 0 （或 A &lt; 0 ），则在 x_0 的某去心邻域内， f(x) &gt; 0 （或 f(x) &lt; 0 ）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3.3 函数极限的计算方法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四则运算法则：若 lim f(x) = A ， lim g(x) = B ，则 lim [f(x) ± g(x)] = A ± B ， lim [f(x) · g(x)] = AB ， lim f(x)/g(x) = A/B （ B ≠ 0 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两个重要极限：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_x → 0 sin x/x = 1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_x → ∞ (1 + 1/x)^x = e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等价无穷小替换：当 x → 0 时， sin x x ， tan x x ， 1 - cos x x^2/2 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洛必达法则：适用于 0/0 型和 ∞/∞ 型未定式，若 lim f'(x)/g'(x) = A （或 ∞ ），则 lim f(x)/g(x) = A （或 ∞ 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t>4. 连续性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4.1 函数连续的定义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定义1（增量定义）：设函数 y = f(x) 在 x_0 的某邻域内有定义，若 _Δ x → 0 Δ y = 0 （其中 Δ y = f(x_0 + Δ x) - f(x_0) ），则称 f(x) 在 x_0 处连续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定义2（极限定义）： _x → x_0 f(x) = f(x_0) ，则称 f(x) 在 x_0 处连续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左连续与右连续： _x → x_0^- f(x) = f(x_0) 为左连续， _x → x_0^+ f(x) = f(x_0) 为右连续； f(x) 在 x_0 处连续的充要条件是左连续且右连续</a:t>
            </a:r>
          </a:p>
          <a:p>
            <a:pPr>
              <a:spcBef>
                <a:spcPts val="800"/>
              </a:spcBef>
              <a:defRPr sz="1800" b="1">
                <a:solidFill>
                  <a:srgbClr val="E86A1E"/>
                </a:solidFill>
              </a:defRPr>
            </a:pPr>
            <a:r>
              <a:t>4.2 间断点及其分类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第一类间断点：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可去间断点：左右极限存在且相等，但不等于 f(x_0)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跳跃间断点：左右极限存在但不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