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1F3A5F"/>
                </a:solidFill>
              </a:defRPr>
            </a:pPr>
            <a:r>
              <a:t>函数的概念与性质 - PPT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555555"/>
                </a:solidFill>
              </a:defRPr>
            </a:pPr>
            <a:r>
              <a:t>高等数学</a:t>
            </a:r>
          </a:p>
          <a:p/>
          <a:p>
            <a:r>
              <a:t>由智能体学习平台生成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第1章《函数与极限》——函数的概念与性质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副标题：核心知识梳理与要点突破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函数的核心概念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函数的核心性质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初等函数的构成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典型例题解析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知识要点总结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函数的核心概念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函数的定义与三要素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定义：映射视角下，对非空实数集X中每一个x，通过对应法则f，唯一确定Y中y的对应关系，记作y=f(x)，x∈X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三要素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定义域：自变量x的取值范围X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值域：实际取到的y的集合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对应法则：连接x与y的核心规则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函数表示法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解析法：用数学表达式呈现对应关系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图像法：用坐标系曲线直观展示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表格法：通过表格罗列自变量与因变量对应值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函数的核心性质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单调性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定义：设函数f(x)在区间I有定义，对任意x₁&lt;x₂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若f(x₁)≤f(x₂)，则为单调递增；若f(x₁)&lt;f(x₂)，则为严格单调递增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若f(x₁)≥f(x₂)，则为单调递减；若f(x₁)&gt;f(x₂)，则为严格单调递减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核心：反映函数值随自变量增大的变化趋势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奇偶性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前提：函数定义域关于原点对称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判定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偶函数：f(-x)=f(x)，图像关于y轴对称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奇函数：f(-x)=-f(x)，图像关于原点对称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周期性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定义：存在非零常数T，对任意x，满足f(x+T)=f(x)，则称f为周期函数，T为周期，通常取最小正周期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核心：函数值按固定周期重复出现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有界性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定义：存在常数M&gt;0，对任意x∈I，满足|f(x)|≤M，则称f在I上有界，否则为无界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核心：函数值是否被限定在有限范围内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初等函数的构成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基本初等函数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涵盖类型：幂函数xᵃ、指数函数aˣ、对数函数logₐx、三角函数（sinx、cosx等）、反三角函数（arcsinx、arccosx等）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复合函数与反函数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复合函数：设y=f(u)，u=g(x)，则y=f(g(x))为复合函数，u为中间变量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反函数：若y=f(x)严格单调，则存在反函数x=f⁻¹(y)，满足f⁻¹(f(x))=x，反函数与原函数图像关于y=x对称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典型例题解析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例题1：判断函数奇偶性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题目：判断f(x)=ln(x+√(1+x²))的奇偶性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解题思路：计算f(-x)，结合代数变形推导f(-x)与f(x)的关系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关键步骤：利用(-x+√(1+x²))(x+√(1+x²))=1，得出-x+√(1+x²)=1/(x+√(1+x²))，进而推出f(-x)=-f(x)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结论：该函数为奇函数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例题2：求函数定义域与值域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题目：求y=arcsin(2x-1)的定义域和值域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解题思路：依据反正弦函数的定义域和值域范围，建立不等式求解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关键步骤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定义域：由-1≤2x-1≤1，解得0≤x≤1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值域：根据反正弦函数值域，得出y的取值范围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结论：定义域为[0,1]，值域为[-π/2, π/2]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知识要点总结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核心知识回顾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函数本质：一对一或多对一的映射关系，核心是三要素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四大性质：单调性体现变化趋势，奇偶性体现对称特性，周期性体现重复规律，有界性体现取值范围限制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初等函数：由基本初等函数经有限次四则运算和复合得到，复合函数与反函数是重要构成形式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解题关键提示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性质判定：紧扣定义，结合代数变形或图像辅助分析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定义域值域：依据函数自身约束条件，建立不等式或等式求解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函数构成：明确复合层次，理清反函数与原函数的对应关系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