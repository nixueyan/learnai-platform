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数列极限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高等数学</a:t>
            </a:r>
          </a:p>
          <a:p/>
          <a:p>
            <a:r>
              <a:t>由智能体学习平台生成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第1章 函数与极限——数列极限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副标题：高等数学核心基础入门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数列的概念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数列极限的直观理解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数列极限的严格定义（ε-N语言）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 收敛数列的性质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5. 极限的四则运算法则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6. 数列极限存在的判定准则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7. 要点总结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一、数列的概念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按照一定顺序排列的一列数，记作 _n\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关键要素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a_n ：数列的通项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示例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\ 1/n \: 1, 1/2, 1/3,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二、数列极限的直观理解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核心思想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当项数 n 无限增大时，数列 _n\ 无限趋近于确定的常数 A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极限记法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_n → ∞ a_n = A 或 a_n → A (n → ∞)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典型示例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_n → ∞ 1/n = 0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_n → ∞ (1 + 1/n)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三、数列极限的严格定义（ε-N语言）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定义表述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对任意给定的正数 &gt; 0 ，总存在正整数 N ，当 n &gt; N 时， |a_n - A| &lt; 恒成立，则 _n → ∞ a_n = A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核心解读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：任意小的误差范围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N ：临界项数，保证 n &gt; N 后所有项与极限的误差小于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关键：对任意 ，都能找到对应的 N ， 越小， N 越大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四、收敛数列的性质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唯一性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收敛数列的极限唯一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有界性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收敛数列一定有界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注意：有界是收敛的必要非充分条件，如 \(-1)^n\ 有界但不收敛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保号性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 _n → ∞ a_n = A &gt; 0 ，则存在 N ，当 n &gt; N 时， a_n &gt;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五、极限的四则运算法则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前提条件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已知 _n → ∞ a_n = A ， _n → ∞ b_n = B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运算规则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加减： _n → ∞ (a_n ± b_n) = A ± B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乘法： _n → ∞ (a_n · b_n) = A · B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除法： _n → ∞ a_n/b_n = A/B （ B ≠ 0 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六、数列极限存在的判定准则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夹逼准则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存在正整数 N ，当 n &gt; N 时， b_n a_n c_n ，且 _n → ∞ b_n = _n → ∞ c_n = A ，则 _n → ∞ a_n = A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单调有界准则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单调有界数列必有极限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七、要点总结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基础认知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掌握数列的定义、通项公式及表示方法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极限理解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从直观和严格（ε-N语言）两个层面理解数列极限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核心性质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牢记收敛数列的唯一性、有界性、保号性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 运算与判定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熟练运用极限四则运算法则，掌握夹逼准则和单调有界准则判定极限存在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