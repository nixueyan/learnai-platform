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1F3A5F"/>
                </a:solidFill>
              </a:defRPr>
            </a:pPr>
            <a:r>
              <a:t>连续性 - PPT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555555"/>
                </a:solidFill>
              </a:defRPr>
            </a:pPr>
            <a:r>
              <a:t>高等数学</a:t>
            </a:r>
          </a:p>
          <a:p/>
          <a:p>
            <a:r>
              <a:t>由智能体学习平台生成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第1章《函数与极限》——连续性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副标题：微积分基础核心概念解析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函数连续性的定义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间断点及其分类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连续函数的运算与性质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闭区间上连续函数的性质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核心要点总结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一、函数连续性的定义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（一）一点处的连续性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**增量法定义**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设函数 y = f(x) 在点 x_0 的某邻域内有定义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当自变量增量 Δ x = x - x_0 → 0 时，函数增量 Δ y = f(x_0 + Δ x) - f(x_0) → 0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公式： _Δ x → 0 Δ y = _Δ x → 0 [f(x_0 + Δ x) - f(x_0)] = 0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**极限法定义（核心判断标准）**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必备条件1： f(x) 在点 x_0 处有定义，即 f(x_0) 存在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必备条件2： _x → x_0 f(x) 存在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必备条件3： _x → x_0 f(x) = f(x_0)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简洁公式： _x → x_0 f(x) = f(x_0)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（二）区间上的连续性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**开区间 (a, b) 上连续**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函数 f(x) 在开区间 (a, b) 内的每一点都连续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**闭区间 [a, b] 上连续**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函数 f(x) 在 (a, b) 内连续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左端点 a 处右连续： _x → a^+ f(x) = f(a)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右端点 b 处左连续： _x → b^- f(x) = f(b)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二、间断点及其分类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（一）间断点定义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函数 f(x) 在点 x_0 处不满足连续条件，即 _x → x_0 f(x) ≠ f(x_0) 或极限不存在，称 x_0 为间断点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（二）第一类间断点（左右极限均存在）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**可去间断点**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特征：左右极限相等，但不等于 f(x_0) 或 f(x_0) 无定义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示例： y = x^2-1/x-1 在 x=1 处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**跳跃间断点**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特征：左右极限不相等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示例： y = sgn(x) （符号函数）在 x=0 处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（三）第二类间断点（左右极限至少一个不存在）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**无穷间断点**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特征：极限为无穷大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示例： y = 1/x 在 x=0 处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**振荡间断点**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特征：极限因振荡而不存在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示例： y = 1/x 在 x=0 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三、连续函数的运算与性质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（一）四则运算的连续性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若 f(x) 和 g(x) 在点 x_0 处连续，则：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f(x) ± g(x) 在点 x_0 处连续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f(x) · g(x) 在点 x_0 处连续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f(x)/g(x) （ g(x_0) ≠ 0 ）在点 x_0 处连续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（二）复合函数的连续性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若 u = (x) 在点 x_0 处连续，且 y = f(u) 在对应点 u_0 = (x_0) 处连续，则复合函数 y = f[(x)] 在点 x_0 处连续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公式： _x → x_0 f[(x)] = f[(x_0)] = f[_x → x_0 (x)]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（三）反函数的连续性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若函数 y = f(x) 在闭区间 [a, b] 上单调连续，则其反函数 x = f^-1(y) 在对应区间上单调连续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四、闭区间上连续函数的性质（重点定理）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（一）最值定理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条件：函数 f(x) 在闭区间 [a, b] 上连续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结论： f(x) 在 [a, b] 上一定能取得最大值和最小值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（二）介值定理与零点定理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**介值定理**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条件：函数 f(x) 在闭区间 [a, b] 上连续，且 f(a) ≠ f(b) ， C 为介于 f(a) 与 f(b) 之间的任意实数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结论：在开区间 (a, b) 内至少存在一点 ，使得 f() = C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**零点定理**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条件：函数 f(x) 在闭区间 [a, b] 上连续，且 f(a) 与 f(b) 异号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结论：在开区间 (a, b) 内至少存在一点 ，使得 f() = 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五、核心要点总结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（一）连续性核心判定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一点连续的核心： _x → x_0 f(x) = f(x_0)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闭区间连续的关键：区间内每点连续+端点单侧连续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（二）间断点分类核心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第一类：左右极限均存在（可去、跳跃）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第二类：左右极限至少一个不存在（无穷、振荡）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（三）连续函数运算与性质核心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运算：四则、复合、反函数保持连续性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闭区间核心定理：最值定理、介值定理、零点定理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