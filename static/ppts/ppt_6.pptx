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1F3A5F"/>
                </a:solidFill>
              </a:defRPr>
            </a:pPr>
            <a:r>
              <a:t>函数极限 - PPT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555555"/>
                </a:solidFill>
              </a:defRPr>
            </a:pPr>
            <a:r>
              <a:t>高等数学</a:t>
            </a:r>
          </a:p>
          <a:p/>
          <a:p>
            <a:r>
              <a:t>由智能体学习平台生成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第1章《函数与极限》——函数极限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副标题：微积分基石，核心概念深度解析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1. 函数极限的定义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2. 极限的核心性质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3. 极限运算法则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4. 极限存在判别准则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5. 两个重要极限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6. 本节要点总结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一、函数极限的定义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1. x → x_0 时的极限（ -δ 定义）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**核心定义**：设 f(x) 在 x_0 的某去心邻域有定义，存在常数 A ，对任意 &gt;0 ，存在 δ&gt;0 ，当 0&lt;|x-x_0|&lt;δ 时， |f(x)-A|&lt; ，则 _x → x_0 f(x)=A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**通俗理解**： x 无限靠近 x_0 （可不等于 x_0 ）时， f(x) 无限逼近 A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2. x → ∞ 时的极限（ -X 定义）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**核心定义**：设 f(x) 在 |x|&gt;M （ M&gt;0 ）时有定义，存在常数 A ，对任意 &gt;0 ，存在 X&gt;0 ，当 |x|&gt;X 时， |f(x)-A|&lt; ，则 _x → ∞ f(x)=A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3. 单侧极限：左极限与右极限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**左极限**： _x → x_0^- f(x) ，即 x 从左侧趋近 x_0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**右极限**： _x → x_0^+ f(x) ，即 x 从右侧趋近 x_0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**关键定理**： _x → x_0 f(x) 存在的充要条件是左、右极限存在且相等，即 _x → x_0 f(x)=A _x → x_0^- f(x)=_x → x_0^+ f(x)=A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二、极限的核心性质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1. 唯一性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若函数极限存在，则极限值唯一，不存在多个不同的极限结果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2. 局部有界性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若 _x → x_0 f(x)=A ，则在 x_0 的某去心邻域内， f(x) 有界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3. 局部保号性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若 _x → x_0 f(x)=A&gt;0 ，则在 x_0 的某去心邻域内， f(x)&gt;0 ；反之，若 A&lt;0 ，则在该邻域内 f(x)&lt;0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三、极限运算法则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1. 四则运算法则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设 lim f(x)=A ， lim g(x)=B ，则：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和差法则： lim [f(x) ± g(x)] = A ± B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乘积法则： lim [f(x) · g(x)] = A · B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商法则： lim f(x)/g(x) = A/B （前提： B ≠ 0 ）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幂运算法则： lim [f(x)]^n = A^n （ n 为正整数）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2. 复合函数极限运算法则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若外层函数极限存在且内层函数极限匹配，复合函数极限可通过内外层极限运算得到（需满足复合条件）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四、极限存在判别准则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1. 夹逼准则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**前提条件**：在 x_0 的某去心邻域内，对所有 x ，有 g(x) f(x) h(x)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**核心结论**：若 _x → x_0 g(x) = _x → x_0 h(x) = L ，则 _x → x_0 f(x) = L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2. 单调有界准则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**适用对象**：主要针对数列，但核心思想可延伸至函数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**核心结论**：单调有界的数列必有极限，单调有界的函数在对应区间内也具有极限存在性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五、两个重要极限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1. 第一个重要极限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**公式**： _x → 0 sin x/x = 1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**应用场景**：解决含三角函数的极限计算问题，是三角函数极限求解的基础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2. 第二个重要极限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**公式**： _x → ∞ (1 + 1/x)^x = e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**变形形式**： _x → 0 (1 + x)^1/x = e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**应用场景**：解决指数型函数的极限计算，是后续导数、积分中重要常数 e 的基础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六、本节要点总结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1. 核心定义梳理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掌握 x → x_0 、 x → ∞ 两种场景的极限定义，明确单侧极限与双侧极限的关系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2. 关键性质与运算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牢记极限的唯一性、局部有界性、局部保号性三大性质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熟练运用四则运算法则与复合函数法则解决极限计算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3. 判别与重要极限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掌握夹逼准则、单调有界准则判断极限存在性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牢记两个重要极限公式，灵活运用于各类极限求解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4. 学习意义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函数极限是微积分的核心基石，为后续导数、积分等核心概念的学习奠定基础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