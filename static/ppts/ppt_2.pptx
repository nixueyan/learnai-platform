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000" b="1">
                <a:solidFill>
                  <a:srgbClr val="1F3A5F"/>
                </a:solidFill>
              </a:defRPr>
            </a:pPr>
            <a:r>
              <a:t>函数与极限 - PPT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000">
                <a:solidFill>
                  <a:srgbClr val="555555"/>
                </a:solidFill>
              </a:defRPr>
            </a:pPr>
            <a:r>
              <a:t>高等数学</a:t>
            </a:r>
          </a:p>
          <a:p/>
          <a:p>
            <a:r>
              <a:t>由智能体学习平台生成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1F3A5F"/>
                </a:solidFill>
              </a:defRPr>
            </a:pPr>
            <a:r>
              <a:t>目录页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800"/>
              </a:spcBef>
              <a:defRPr sz="1800" b="1">
                <a:solidFill>
                  <a:srgbClr val="E86A1E"/>
                </a:solidFill>
              </a:defRPr>
            </a:pPr>
            <a:r>
              <a:t>章节内容总览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1.1 函数的概念与性质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1.2 数列极限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1.3 函数极限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1.4 函数的连续性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1.5 本章总结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1F3A5F"/>
                </a:solidFill>
              </a:defRPr>
            </a:pPr>
            <a:r>
              <a:t>1.1 函数的概念与性质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800"/>
              </a:spcBef>
              <a:defRPr sz="1800" b="1">
                <a:solidFill>
                  <a:srgbClr val="E86A1E"/>
                </a:solidFill>
              </a:defRPr>
            </a:pPr>
            <a:r>
              <a:t>函数的基本定义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定义：设\(x\)与\(y\)是两个变量，\(D\)是非空实数集，若存在对应法则\(f\)，对每个\(xin D\)，都有唯一确定的\(y\)与之对应，则称\(y\)是\(x\)的函数，记为\(y=f(x)\)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定义域：自变量\(x\)的取值范围，需满足实际意义和数学规则（如分母不为0、偶次根式被开方数非负）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值域：对应函数值\(y\)的全体构成的集合</a:t>
            </a:r>
          </a:p>
          <a:p>
            <a:pPr>
              <a:spcBef>
                <a:spcPts val="800"/>
              </a:spcBef>
              <a:defRPr sz="1800" b="1">
                <a:solidFill>
                  <a:srgbClr val="E86A1E"/>
                </a:solidFill>
              </a:defRPr>
            </a:pPr>
            <a:r>
              <a:t>函数的核心性质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单调性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单调递增：对任意\(x_1&lt;x_2\)，有\(f(x_1)leq f(x_2)\)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单调递减：对任意\(x_1&lt;x_2\)，有\(f(x_1)geq f(x_2)\)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奇偶性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奇函数：满足\(f(-x)=-f(x)\)，图像关于原点对称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偶函数：满足\(f(-x)=f(x)\)，图像关于\(y\)轴对称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周期性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定义：存在非零常数\(T\)，对任意\(x\)，有\(f(x+T)=f(x)\)，最小正数\(T\)为最小正周期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有界性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定义：存在正数\(M\)，对任意\(xin D\)，有\(|f(x)|leq M\)，则称\(f(x)\)在\(D\)上有界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1F3A5F"/>
                </a:solidFill>
              </a:defRPr>
            </a:pPr>
            <a:r>
              <a:t>1.2 数列极限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800"/>
              </a:spcBef>
              <a:defRPr sz="1800" b="1">
                <a:solidFill>
                  <a:srgbClr val="E86A1E"/>
                </a:solidFill>
              </a:defRPr>
            </a:pPr>
            <a:r>
              <a:t>数列极限的定义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直观描述：当项数\(n\)无限增大时，数列\(_n\\)的项无限趋近于某个确定常数\(A\)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严格定义（\(-N\)定义）：对任意给定的正数\(\)，总存在正整数\(N\)，当\(n&gt;N\)时，恒有\(|x_n-A|&lt;\)，则称\(A\)为数列\(_n\\)的极限，记为\(lim_nto_n=A\)</a:t>
            </a:r>
          </a:p>
          <a:p>
            <a:pPr>
              <a:spcBef>
                <a:spcPts val="800"/>
              </a:spcBef>
              <a:defRPr sz="1800" b="1">
                <a:solidFill>
                  <a:srgbClr val="E86A1E"/>
                </a:solidFill>
              </a:defRPr>
            </a:pPr>
            <a:r>
              <a:t>数列极限的性质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唯一性：若数列极限存在，则极限值唯一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有界性：收敛数列必有界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保号性：若\(lim_nto_n=A&gt;0\)（或\(A&lt;0\)），则存在正整数\(N\)，当\(n&gt;N\)时，有\(x_n&gt;0\)（或\(x_n&lt;0\)）</a:t>
            </a:r>
          </a:p>
          <a:p>
            <a:pPr>
              <a:spcBef>
                <a:spcPts val="800"/>
              </a:spcBef>
              <a:defRPr sz="1800" b="1">
                <a:solidFill>
                  <a:srgbClr val="E86A1E"/>
                </a:solidFill>
              </a:defRPr>
            </a:pPr>
            <a:r>
              <a:t>数列极限的常用计算方法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直接代入法：适用于简单多项式数列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极限运算法则：和、差、积、商的极限运算规则（分母极限不为0）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重要极限：\(lim_nto(1+frac1n)^n=e\)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1F3A5F"/>
                </a:solidFill>
              </a:defRPr>
            </a:pPr>
            <a:r>
              <a:t>1.3 函数极限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800"/>
              </a:spcBef>
              <a:defRPr sz="1800" b="1">
                <a:solidFill>
                  <a:srgbClr val="E86A1E"/>
                </a:solidFill>
              </a:defRPr>
            </a:pPr>
            <a:r>
              <a:t>函数极限的定义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自变量趋于有限值\(x_0\)的情形（\(-\)定义）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对任意给定的正数\(\)，总存在正数\(\)，当\(0&lt;|x-x_0|&lt;\)时，恒有\(|f(x)-A|&lt;\)，则称\(A\)为\(xto x_0\)时\(f(x)\)的极限，记为\(lim_xto x_0f(x)=A\)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自变量趋于无穷大的情形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对任意给定的正数\(\)，总存在正数\(X\)，当\(|x|&gt;X\)时，恒有\(|f(x)-A|&lt;\)，则称\(A\)为\(xto\)时\(f(x)\)的极限，记为\(lim_xto(x)=A\)</a:t>
            </a:r>
          </a:p>
          <a:p>
            <a:pPr>
              <a:spcBef>
                <a:spcPts val="800"/>
              </a:spcBef>
              <a:defRPr sz="1800" b="1">
                <a:solidFill>
                  <a:srgbClr val="E86A1E"/>
                </a:solidFill>
              </a:defRPr>
            </a:pPr>
            <a:r>
              <a:t>函数极限的性质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唯一性：若函数极限存在，则极限值唯一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局部有界性：若\(lim_xto x_0f(x)=A\)，则存在\(x_0\)的某去心邻域，\(f(x)\)在该邻域内有界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局部保号性：若\(lim_xto x_0f(x)=A&gt;0\)（或\(A&lt;0\)），则存在\(x_0\)的某去心邻域，在该邻域内\(f(x)&gt;0\)（或\(f(x)&lt;0\)）</a:t>
            </a:r>
          </a:p>
          <a:p>
            <a:pPr>
              <a:spcBef>
                <a:spcPts val="800"/>
              </a:spcBef>
              <a:defRPr sz="1800" b="1">
                <a:solidFill>
                  <a:srgbClr val="E86A1E"/>
                </a:solidFill>
              </a:defRPr>
            </a:pPr>
            <a:r>
              <a:t>函数极限的计算方法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极限运算法则：和、差、积、商的极限运算（分母极限不为0）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两个重要极限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\(lim_xto 0fracsin xx=1\)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\(lim_xto(1+frac1x)^x=e\)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无穷小的性质：有限个无穷小的和、积仍为无穷小；有界函数与无穷小的乘积为无穷小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等价无穷小替换：当\(xto 0\)时，\(sin x x\)，\(tan x x\)，\(1-cos x12x^2\)等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1F3A5F"/>
                </a:solidFill>
              </a:defRPr>
            </a:pPr>
            <a:r>
              <a:t>1.4 函数的连续性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800"/>
              </a:spcBef>
              <a:defRPr sz="1800" b="1">
                <a:solidFill>
                  <a:srgbClr val="E86A1E"/>
                </a:solidFill>
              </a:defRPr>
            </a:pPr>
            <a:r>
              <a:t>函数连续性的定义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点连续：设函数\(y=f(x)\)在点\(x_0\)的某邻域内有定义，若\(lim_xto x_0f(x)=f(x_0)\)，则称\(f(x)\)在点\(x_0\)连续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左连续与右连续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左连续：\(lim_xto x_0^-f(x)=f(x_0)\)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右连续：\(lim_xto x_0^+f(x)=f(x_0)\)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函数在点\(x_0\)连续的充要条件：左连续且右连续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区间连续：若函数在开区间\((a,b)\)内每一点都连续，在闭区间\([a,b]\)端点处分别左连续、右连续，则称函数在\([a,b]\)上连续</a:t>
            </a:r>
          </a:p>
          <a:p>
            <a:pPr>
              <a:spcBef>
                <a:spcPts val="800"/>
              </a:spcBef>
              <a:defRPr sz="1800" b="1">
                <a:solidFill>
                  <a:srgbClr val="E86A1E"/>
                </a:solidFill>
              </a:defRPr>
            </a:pPr>
            <a:r>
              <a:t>间断点的类型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第一类间断点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可去间断点：左右极限存在且相等，但不等于函数值或函数在该点无定义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跳跃间断点：左右极限存在但不相等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第二类间断点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无穷间断点：左右极限至少有一个为无穷大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振荡间断点：函数值在某邻域内无限振荡，极限不存在</a:t>
            </a:r>
          </a:p>
          <a:p>
            <a:pPr>
              <a:spcBef>
                <a:spcPts val="800"/>
              </a:spcBef>
              <a:defRPr sz="1800" b="1">
                <a:solidFill>
                  <a:srgbClr val="E86A1E"/>
                </a:solidFill>
              </a:defRPr>
            </a:pPr>
            <a:r>
              <a:t>连续函数的性质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四则运算连续性：连续函数的和、差、积、商（分母不为0）仍连续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复合函数连续性：若\(u=g(x)\)在\(x_0\)连续，\(y=f(u)\)在\(u_0=g(x_0)\)连续，则复合函数\(y=f(g(x))\)在\(x_0\)连续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闭区间上连续函数的性质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有界性定理：闭区间上的连续函数必有界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最大值最小值定理：闭区间上的连续函数必能取得最大值和最小值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介值定理：闭区间上的连续函数必能取得介于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